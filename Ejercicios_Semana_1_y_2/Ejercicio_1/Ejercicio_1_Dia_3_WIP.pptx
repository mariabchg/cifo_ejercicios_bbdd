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71" d="100"/>
          <a:sy n="71" d="100"/>
        </p:scale>
        <p:origin x="90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8646E-4F71-C3CF-1A24-F7D887EBAB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E36D2B-C012-A5C1-F433-382A3EBF08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5698B9-F5EC-0D52-6652-30AFBAD8C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F0E5-306A-4DBD-B7CC-E64850893ABF}" type="datetimeFigureOut">
              <a:rPr lang="es-ES_tradnl" smtClean="0"/>
              <a:t>21/10/2026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DDEA01-D5E1-FA7A-D05E-072D70693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C92ED7-1310-0105-3765-5C236EF30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FD82-D6A6-40EE-AD4B-48C96B9D3E4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2047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FC89AE-A1D5-F1DC-B15B-83B3A9076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287525-EA21-8BAE-2847-4B59CE619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250CFC-48D0-F4B5-26C0-A270D6F69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F0E5-306A-4DBD-B7CC-E64850893ABF}" type="datetimeFigureOut">
              <a:rPr lang="es-ES_tradnl" smtClean="0"/>
              <a:t>21/10/2026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DA779C-E46D-3F2B-6008-0F10F3366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86849A-22F7-17FA-38CA-D8D6A0AEA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FD82-D6A6-40EE-AD4B-48C96B9D3E4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77739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3A771-A6E1-C58C-968C-FAD471D1A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C95AFE-BBDB-E8AC-4278-3ECBE1730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C80036-01CD-9062-5951-A1F1DD3DA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F0E5-306A-4DBD-B7CC-E64850893ABF}" type="datetimeFigureOut">
              <a:rPr lang="es-ES_tradnl" smtClean="0"/>
              <a:t>21/10/2026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21859D-BD42-EEE2-B1A6-A0DD7BA3E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B77B8F-7129-0ACE-C58A-D203B5704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FD82-D6A6-40EE-AD4B-48C96B9D3E4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75475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2F897-7531-ACC5-22EF-414241738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AAE4AB-FA8D-2A2C-C41C-F9DFF4832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C1A278-EED2-3CAC-2A76-FDE3A1D34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832267-C73C-E0B7-8791-98060B431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F0E5-306A-4DBD-B7CC-E64850893ABF}" type="datetimeFigureOut">
              <a:rPr lang="es-ES_tradnl" smtClean="0"/>
              <a:t>21/10/2026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E56E13-D11D-5E03-A9F4-EFB0280B8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A6FF16-6A29-CFAE-553F-69028947A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FD82-D6A6-40EE-AD4B-48C96B9D3E4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98162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21DF99-2AF3-7E83-A2F4-65E5C3D47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4A9552-BE1E-DC63-94DC-E6A16FF95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2DD2E9-DDEF-D889-2DF9-4F9FBF1B5E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AD8454F-717C-663A-8E9E-46CC6C48A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EA8A21F-BB3D-EA2D-AFC8-DB3F6F6C6D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32C93F1-CE87-2939-A352-D60778EF7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F0E5-306A-4DBD-B7CC-E64850893ABF}" type="datetimeFigureOut">
              <a:rPr lang="es-ES_tradnl" smtClean="0"/>
              <a:t>21/10/2026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66E9F7D-293A-4C3E-03BD-2DC310389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57B6BEC-0BAD-7F1A-D833-C15FC4D30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FD82-D6A6-40EE-AD4B-48C96B9D3E4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87941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D3340B-593A-D408-706E-BFCF7302F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DD6C04-5F2D-109D-857A-97205F5E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F0E5-306A-4DBD-B7CC-E64850893ABF}" type="datetimeFigureOut">
              <a:rPr lang="es-ES_tradnl" smtClean="0"/>
              <a:t>21/10/2026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E0E31ED-A4B8-9F97-3D2F-D20CA97D7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A698CA-04FD-DAE8-BD46-6C1CEC94E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FD82-D6A6-40EE-AD4B-48C96B9D3E4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25852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87CA58B-890D-8CB9-006E-29563472E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F0E5-306A-4DBD-B7CC-E64850893ABF}" type="datetimeFigureOut">
              <a:rPr lang="es-ES_tradnl" smtClean="0"/>
              <a:t>21/10/2026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25A43AE-1226-BD7E-42FC-0AA7E09E6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96F02EC-F568-D810-427A-F63F3731F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FD82-D6A6-40EE-AD4B-48C96B9D3E4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7613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D19AC3-30B6-EE23-05A0-9546EBF42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4CCA4F-65B3-2230-BA61-F2BD40582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986B26-8337-3A9A-E5F6-8A275C94D0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DFB122-98D5-FCEB-C990-ACFB06B8C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F0E5-306A-4DBD-B7CC-E64850893ABF}" type="datetimeFigureOut">
              <a:rPr lang="es-ES_tradnl" smtClean="0"/>
              <a:t>21/10/2026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F4E1A9-F3DA-E26B-7BC1-EA225E9E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AD8D6D-5C0A-D323-0971-85A1AA14A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FD82-D6A6-40EE-AD4B-48C96B9D3E4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1750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044CE-A524-6237-238C-4D4BF2F0C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E047ADA-6538-DB57-3600-64A4D64BC3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97741B-1243-1CA1-3348-F053E5C5C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7E9652-5061-3380-B65D-42E6BFC9A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F0E5-306A-4DBD-B7CC-E64850893ABF}" type="datetimeFigureOut">
              <a:rPr lang="es-ES_tradnl" smtClean="0"/>
              <a:t>21/10/2026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EDE733-F0A9-3FCB-E62F-3A9B52FE3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8FEDC6-B887-A92C-B7E9-A52277BB0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FD82-D6A6-40EE-AD4B-48C96B9D3E4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1140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8397B-3401-DD1F-0357-0CCD2B46A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5FE68DC-CCD8-CCF6-C418-1924DE07F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870522-101B-B434-3AAE-476857800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F0E5-306A-4DBD-B7CC-E64850893ABF}" type="datetimeFigureOut">
              <a:rPr lang="es-ES_tradnl" smtClean="0"/>
              <a:t>21/10/2026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B10F22-6F8F-FB4B-668D-CC6A6362A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02C267-4007-C1A8-00FC-B420F3521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FD82-D6A6-40EE-AD4B-48C96B9D3E4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61253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0F72336-D2B2-BC94-4581-8C52BD6A41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D932F6-1CE8-C838-D830-256B02261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F7B288-D8D3-23AC-3B9C-E13692927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7F0E5-306A-4DBD-B7CC-E64850893ABF}" type="datetimeFigureOut">
              <a:rPr lang="es-ES_tradnl" smtClean="0"/>
              <a:t>21/10/2026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5DDFB7-A2FF-A17B-90CA-25967A993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E14647-60CF-A49F-3A9D-B8FE6B100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5FD82-D6A6-40EE-AD4B-48C96B9D3E4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66283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391310-49B2-F332-6037-5FD33DD79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EAC744-6E98-93FE-B38A-FF05DBDBD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B2DAD4-6E90-38A8-D2AD-3A9330394A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D7F0E5-306A-4DBD-B7CC-E64850893ABF}" type="datetimeFigureOut">
              <a:rPr lang="es-ES_tradnl" smtClean="0"/>
              <a:t>21/10/2026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43410F-62B5-AC29-CA0A-CA2EFCB6D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925773-519F-DF61-4B18-9152B2A72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65FD82-D6A6-40EE-AD4B-48C96B9D3E4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44433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FB86947A-C849-2E8E-5B79-A5B072D53887}"/>
              </a:ext>
            </a:extLst>
          </p:cNvPr>
          <p:cNvSpPr/>
          <p:nvPr/>
        </p:nvSpPr>
        <p:spPr>
          <a:xfrm>
            <a:off x="8987929" y="1184607"/>
            <a:ext cx="1871551" cy="6824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_trad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b="1" dirty="0">
                <a:solidFill>
                  <a:schemeClr val="tx1"/>
                </a:solidFill>
              </a:rPr>
              <a:t>CATEGORÍA</a:t>
            </a:r>
            <a:endParaRPr lang="es-ES_tradnl" b="1" dirty="0">
              <a:solidFill>
                <a:schemeClr val="tx1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138295F-CD41-8E1D-E518-1FF689ECD49D}"/>
              </a:ext>
            </a:extLst>
          </p:cNvPr>
          <p:cNvSpPr/>
          <p:nvPr/>
        </p:nvSpPr>
        <p:spPr>
          <a:xfrm>
            <a:off x="71748" y="312845"/>
            <a:ext cx="1871551" cy="6824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_trad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b="1" dirty="0">
                <a:solidFill>
                  <a:schemeClr val="tx1"/>
                </a:solidFill>
              </a:rPr>
              <a:t>PROVEEDOR</a:t>
            </a:r>
            <a:endParaRPr lang="es-ES_tradnl" b="1" dirty="0">
              <a:solidFill>
                <a:schemeClr val="tx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2FB8213-5A2C-A45D-D1F0-BE612276632C}"/>
              </a:ext>
            </a:extLst>
          </p:cNvPr>
          <p:cNvSpPr/>
          <p:nvPr/>
        </p:nvSpPr>
        <p:spPr>
          <a:xfrm>
            <a:off x="4670835" y="5772837"/>
            <a:ext cx="1871551" cy="6824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_trad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b="1" dirty="0">
                <a:solidFill>
                  <a:schemeClr val="tx1"/>
                </a:solidFill>
              </a:rPr>
              <a:t>CLIENTE</a:t>
            </a:r>
            <a:endParaRPr lang="es-ES_tradnl" b="1" dirty="0">
              <a:solidFill>
                <a:schemeClr val="tx1"/>
              </a:solidFill>
            </a:endParaRPr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F7580B88-75F3-6241-2B7A-9C10DF9E8357}"/>
              </a:ext>
            </a:extLst>
          </p:cNvPr>
          <p:cNvCxnSpPr>
            <a:cxnSpLocks/>
            <a:stCxn id="6" idx="2"/>
            <a:endCxn id="37" idx="0"/>
          </p:cNvCxnSpPr>
          <p:nvPr/>
        </p:nvCxnSpPr>
        <p:spPr>
          <a:xfrm>
            <a:off x="9923705" y="1867042"/>
            <a:ext cx="11951" cy="10944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5" name="Grupo 34">
            <a:extLst>
              <a:ext uri="{FF2B5EF4-FFF2-40B4-BE49-F238E27FC236}">
                <a16:creationId xmlns:a16="http://schemas.microsoft.com/office/drawing/2014/main" id="{FC931B4B-4AB3-E974-5EEA-5E84DE0E7901}"/>
              </a:ext>
            </a:extLst>
          </p:cNvPr>
          <p:cNvGrpSpPr/>
          <p:nvPr/>
        </p:nvGrpSpPr>
        <p:grpSpPr>
          <a:xfrm>
            <a:off x="9132786" y="2961478"/>
            <a:ext cx="1841934" cy="785616"/>
            <a:chOff x="8050678" y="1796540"/>
            <a:chExt cx="1841934" cy="867680"/>
          </a:xfrm>
        </p:grpSpPr>
        <p:sp>
          <p:nvSpPr>
            <p:cNvPr id="37" name="Rombo 36">
              <a:extLst>
                <a:ext uri="{FF2B5EF4-FFF2-40B4-BE49-F238E27FC236}">
                  <a16:creationId xmlns:a16="http://schemas.microsoft.com/office/drawing/2014/main" id="{0A01F890-8006-5EAE-DA44-38BB5EC31A17}"/>
                </a:ext>
              </a:extLst>
            </p:cNvPr>
            <p:cNvSpPr/>
            <p:nvPr/>
          </p:nvSpPr>
          <p:spPr>
            <a:xfrm>
              <a:off x="8050678" y="1796540"/>
              <a:ext cx="1605740" cy="867680"/>
            </a:xfrm>
            <a:prstGeom prst="diamond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000" dirty="0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8813FA32-0432-AEBA-09D8-6426D590B1BA}"/>
                </a:ext>
              </a:extLst>
            </p:cNvPr>
            <p:cNvSpPr txBox="1"/>
            <p:nvPr/>
          </p:nvSpPr>
          <p:spPr>
            <a:xfrm>
              <a:off x="8286873" y="2020145"/>
              <a:ext cx="1605739" cy="3569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500" dirty="0"/>
                <a:t>PERTENECE</a:t>
              </a:r>
              <a:endParaRPr lang="es-ES_tradnl" sz="1500" dirty="0"/>
            </a:p>
          </p:txBody>
        </p:sp>
      </p:grpSp>
      <p:sp>
        <p:nvSpPr>
          <p:cNvPr id="46" name="CuadroTexto 45">
            <a:extLst>
              <a:ext uri="{FF2B5EF4-FFF2-40B4-BE49-F238E27FC236}">
                <a16:creationId xmlns:a16="http://schemas.microsoft.com/office/drawing/2014/main" id="{75310E8C-44B7-0BEB-CF56-6E9FC8BD91E9}"/>
              </a:ext>
            </a:extLst>
          </p:cNvPr>
          <p:cNvSpPr txBox="1"/>
          <p:nvPr/>
        </p:nvSpPr>
        <p:spPr>
          <a:xfrm>
            <a:off x="1112280" y="984272"/>
            <a:ext cx="74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(1,1)</a:t>
            </a:r>
            <a:endParaRPr lang="es-ES_tradnl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6BA9620-F41F-413E-4661-9DB5B03B0B76}"/>
              </a:ext>
            </a:extLst>
          </p:cNvPr>
          <p:cNvSpPr/>
          <p:nvPr/>
        </p:nvSpPr>
        <p:spPr>
          <a:xfrm>
            <a:off x="4463681" y="1219677"/>
            <a:ext cx="1871551" cy="6824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_trad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b="1" dirty="0">
                <a:solidFill>
                  <a:schemeClr val="tx1"/>
                </a:solidFill>
              </a:rPr>
              <a:t>PRODUCTO</a:t>
            </a:r>
            <a:endParaRPr lang="es-ES_tradnl" b="1" dirty="0">
              <a:solidFill>
                <a:schemeClr val="tx1"/>
              </a:solidFill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2A3CDB3-4858-94CC-873D-938E2F58CAF9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2212827" y="1560895"/>
            <a:ext cx="2250854" cy="6435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BBA5EF77-6348-D39A-E514-EC8E0AB0CFB2}"/>
              </a:ext>
            </a:extLst>
          </p:cNvPr>
          <p:cNvSpPr txBox="1"/>
          <p:nvPr/>
        </p:nvSpPr>
        <p:spPr>
          <a:xfrm>
            <a:off x="10974720" y="3056072"/>
            <a:ext cx="74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(1,1)</a:t>
            </a:r>
            <a:endParaRPr lang="es-ES_tradnl" dirty="0"/>
          </a:p>
        </p:txBody>
      </p: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E81E4B42-3DBA-CDCE-E990-5C9BDC124580}"/>
              </a:ext>
            </a:extLst>
          </p:cNvPr>
          <p:cNvCxnSpPr>
            <a:cxnSpLocks/>
            <a:stCxn id="4" idx="2"/>
            <a:endCxn id="15" idx="0"/>
          </p:cNvCxnSpPr>
          <p:nvPr/>
        </p:nvCxnSpPr>
        <p:spPr>
          <a:xfrm>
            <a:off x="1007524" y="995280"/>
            <a:ext cx="389471" cy="75345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D2DBEE94-BEC5-CFD0-BB8C-5D5D463819AC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6335232" y="1543905"/>
            <a:ext cx="1542282" cy="169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76C15EF1-BDCF-E00E-657F-720DD08CEE10}"/>
              </a:ext>
            </a:extLst>
          </p:cNvPr>
          <p:cNvGrpSpPr/>
          <p:nvPr/>
        </p:nvGrpSpPr>
        <p:grpSpPr>
          <a:xfrm>
            <a:off x="4607500" y="2182574"/>
            <a:ext cx="1983059" cy="785616"/>
            <a:chOff x="8050678" y="1796540"/>
            <a:chExt cx="1983059" cy="867680"/>
          </a:xfrm>
        </p:grpSpPr>
        <p:sp>
          <p:nvSpPr>
            <p:cNvPr id="70" name="Rombo 69">
              <a:extLst>
                <a:ext uri="{FF2B5EF4-FFF2-40B4-BE49-F238E27FC236}">
                  <a16:creationId xmlns:a16="http://schemas.microsoft.com/office/drawing/2014/main" id="{0EE8CA75-0F3F-5230-90B5-2B1CB98FF3FB}"/>
                </a:ext>
              </a:extLst>
            </p:cNvPr>
            <p:cNvSpPr/>
            <p:nvPr/>
          </p:nvSpPr>
          <p:spPr>
            <a:xfrm>
              <a:off x="8050678" y="1796540"/>
              <a:ext cx="1605740" cy="867680"/>
            </a:xfrm>
            <a:prstGeom prst="diamond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000" dirty="0"/>
            </a:p>
          </p:txBody>
        </p: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63D996D9-755B-13D2-E8D3-2613384F0C7E}"/>
                </a:ext>
              </a:extLst>
            </p:cNvPr>
            <p:cNvSpPr txBox="1"/>
            <p:nvPr/>
          </p:nvSpPr>
          <p:spPr>
            <a:xfrm>
              <a:off x="8427998" y="2035946"/>
              <a:ext cx="1605739" cy="6118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500" dirty="0"/>
                <a:t>INCLUYE</a:t>
              </a:r>
            </a:p>
            <a:p>
              <a:endParaRPr lang="es-ES_tradnl" sz="1500" dirty="0"/>
            </a:p>
          </p:txBody>
        </p:sp>
      </p:grpSp>
      <p:sp>
        <p:nvSpPr>
          <p:cNvPr id="74" name="Rectángulo 73">
            <a:extLst>
              <a:ext uri="{FF2B5EF4-FFF2-40B4-BE49-F238E27FC236}">
                <a16:creationId xmlns:a16="http://schemas.microsoft.com/office/drawing/2014/main" id="{C767C4DB-4A8C-B38D-9F52-5AA754009598}"/>
              </a:ext>
            </a:extLst>
          </p:cNvPr>
          <p:cNvSpPr/>
          <p:nvPr/>
        </p:nvSpPr>
        <p:spPr>
          <a:xfrm>
            <a:off x="123236" y="4403396"/>
            <a:ext cx="1871551" cy="6824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_trad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b="1" dirty="0">
                <a:solidFill>
                  <a:schemeClr val="tx1"/>
                </a:solidFill>
              </a:rPr>
              <a:t>TELÉFONO</a:t>
            </a:r>
            <a:endParaRPr lang="es-ES_tradnl" b="1" dirty="0">
              <a:solidFill>
                <a:schemeClr val="tx1"/>
              </a:solidFill>
            </a:endParaRPr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806ADBBB-3B31-94E2-5367-16E0A69D033D}"/>
              </a:ext>
            </a:extLst>
          </p:cNvPr>
          <p:cNvCxnSpPr>
            <a:stCxn id="8" idx="2"/>
          </p:cNvCxnSpPr>
          <p:nvPr/>
        </p:nvCxnSpPr>
        <p:spPr>
          <a:xfrm>
            <a:off x="5399457" y="1902112"/>
            <a:ext cx="3957" cy="2643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1" name="Grupo 90">
            <a:extLst>
              <a:ext uri="{FF2B5EF4-FFF2-40B4-BE49-F238E27FC236}">
                <a16:creationId xmlns:a16="http://schemas.microsoft.com/office/drawing/2014/main" id="{0B316595-DE07-4049-44A3-83BFC6ECFDE3}"/>
              </a:ext>
            </a:extLst>
          </p:cNvPr>
          <p:cNvGrpSpPr/>
          <p:nvPr/>
        </p:nvGrpSpPr>
        <p:grpSpPr>
          <a:xfrm>
            <a:off x="2526763" y="4958666"/>
            <a:ext cx="1622981" cy="867680"/>
            <a:chOff x="4751563" y="2341025"/>
            <a:chExt cx="1613611" cy="867680"/>
          </a:xfrm>
        </p:grpSpPr>
        <p:sp>
          <p:nvSpPr>
            <p:cNvPr id="92" name="Rombo 91">
              <a:extLst>
                <a:ext uri="{FF2B5EF4-FFF2-40B4-BE49-F238E27FC236}">
                  <a16:creationId xmlns:a16="http://schemas.microsoft.com/office/drawing/2014/main" id="{ED5779FB-A93D-6A33-8D76-960E8F2DCEA2}"/>
                </a:ext>
              </a:extLst>
            </p:cNvPr>
            <p:cNvSpPr/>
            <p:nvPr/>
          </p:nvSpPr>
          <p:spPr>
            <a:xfrm>
              <a:off x="4759434" y="2341025"/>
              <a:ext cx="1605740" cy="867680"/>
            </a:xfrm>
            <a:prstGeom prst="diamond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000" dirty="0"/>
            </a:p>
          </p:txBody>
        </p: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3BAB7882-EA31-89C7-6BA8-AFF08D6117AE}"/>
                </a:ext>
              </a:extLst>
            </p:cNvPr>
            <p:cNvSpPr txBox="1"/>
            <p:nvPr/>
          </p:nvSpPr>
          <p:spPr>
            <a:xfrm>
              <a:off x="4751563" y="2613280"/>
              <a:ext cx="1605739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500" dirty="0"/>
                <a:t>TIENE</a:t>
              </a:r>
              <a:endParaRPr lang="es-ES_tradnl" sz="1500" dirty="0"/>
            </a:p>
          </p:txBody>
        </p:sp>
      </p:grp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CECD4B42-CAA2-1C3E-E693-7A558D666A1B}"/>
              </a:ext>
            </a:extLst>
          </p:cNvPr>
          <p:cNvCxnSpPr>
            <a:cxnSpLocks/>
          </p:cNvCxnSpPr>
          <p:nvPr/>
        </p:nvCxnSpPr>
        <p:spPr>
          <a:xfrm flipH="1" flipV="1">
            <a:off x="3726906" y="5622557"/>
            <a:ext cx="943929" cy="4075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01F76ED6-30FE-47C4-D90F-865A920BA942}"/>
              </a:ext>
            </a:extLst>
          </p:cNvPr>
          <p:cNvCxnSpPr>
            <a:cxnSpLocks/>
            <a:endCxn id="74" idx="3"/>
          </p:cNvCxnSpPr>
          <p:nvPr/>
        </p:nvCxnSpPr>
        <p:spPr>
          <a:xfrm flipH="1" flipV="1">
            <a:off x="1994787" y="4744614"/>
            <a:ext cx="961727" cy="3670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26CA59EE-86D6-F60B-0A84-16B17645074A}"/>
              </a:ext>
            </a:extLst>
          </p:cNvPr>
          <p:cNvSpPr txBox="1"/>
          <p:nvPr/>
        </p:nvSpPr>
        <p:spPr>
          <a:xfrm rot="20675940">
            <a:off x="2422688" y="1711005"/>
            <a:ext cx="74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(1,n)</a:t>
            </a:r>
            <a:endParaRPr lang="es-ES_tradnl" dirty="0"/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32D7FC48-1488-3EC7-15A7-8A7EF31A51AA}"/>
              </a:ext>
            </a:extLst>
          </p:cNvPr>
          <p:cNvSpPr txBox="1"/>
          <p:nvPr/>
        </p:nvSpPr>
        <p:spPr>
          <a:xfrm>
            <a:off x="6747130" y="1204510"/>
            <a:ext cx="74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(0,n)</a:t>
            </a:r>
            <a:endParaRPr lang="es-ES_tradnl" dirty="0"/>
          </a:p>
        </p:txBody>
      </p:sp>
      <p:grpSp>
        <p:nvGrpSpPr>
          <p:cNvPr id="160" name="Grupo 159">
            <a:extLst>
              <a:ext uri="{FF2B5EF4-FFF2-40B4-BE49-F238E27FC236}">
                <a16:creationId xmlns:a16="http://schemas.microsoft.com/office/drawing/2014/main" id="{E57B705E-7049-A745-483B-B50467734D93}"/>
              </a:ext>
            </a:extLst>
          </p:cNvPr>
          <p:cNvGrpSpPr/>
          <p:nvPr/>
        </p:nvGrpSpPr>
        <p:grpSpPr>
          <a:xfrm>
            <a:off x="594125" y="1748734"/>
            <a:ext cx="1761019" cy="1306530"/>
            <a:chOff x="1211050" y="2016655"/>
            <a:chExt cx="1761019" cy="1306530"/>
          </a:xfrm>
        </p:grpSpPr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1ED28FB5-E372-BCE9-70E6-C1EFA96AD100}"/>
                </a:ext>
              </a:extLst>
            </p:cNvPr>
            <p:cNvGrpSpPr/>
            <p:nvPr/>
          </p:nvGrpSpPr>
          <p:grpSpPr>
            <a:xfrm>
              <a:off x="1211050" y="2016655"/>
              <a:ext cx="1761019" cy="867680"/>
              <a:chOff x="5410896" y="2378788"/>
              <a:chExt cx="1761019" cy="867680"/>
            </a:xfrm>
          </p:grpSpPr>
          <p:sp>
            <p:nvSpPr>
              <p:cNvPr id="15" name="Rombo 14">
                <a:extLst>
                  <a:ext uri="{FF2B5EF4-FFF2-40B4-BE49-F238E27FC236}">
                    <a16:creationId xmlns:a16="http://schemas.microsoft.com/office/drawing/2014/main" id="{594E0F7A-9191-587A-7909-44467AF70019}"/>
                  </a:ext>
                </a:extLst>
              </p:cNvPr>
              <p:cNvSpPr/>
              <p:nvPr/>
            </p:nvSpPr>
            <p:spPr>
              <a:xfrm>
                <a:off x="5410896" y="2378788"/>
                <a:ext cx="1605740" cy="867680"/>
              </a:xfrm>
              <a:prstGeom prst="diamond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000" dirty="0"/>
              </a:p>
            </p:txBody>
          </p:sp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962F47AF-38D3-24D0-45F6-279284606C85}"/>
                  </a:ext>
                </a:extLst>
              </p:cNvPr>
              <p:cNvSpPr txBox="1"/>
              <p:nvPr/>
            </p:nvSpPr>
            <p:spPr>
              <a:xfrm>
                <a:off x="5566176" y="2639983"/>
                <a:ext cx="1605739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500" dirty="0"/>
                  <a:t>SUMINISTRA</a:t>
                </a:r>
                <a:endParaRPr lang="es-ES_tradnl" sz="1500" dirty="0"/>
              </a:p>
            </p:txBody>
          </p:sp>
        </p:grpSp>
        <p:sp>
          <p:nvSpPr>
            <p:cNvPr id="104" name="CuadroTexto 103">
              <a:extLst>
                <a:ext uri="{FF2B5EF4-FFF2-40B4-BE49-F238E27FC236}">
                  <a16:creationId xmlns:a16="http://schemas.microsoft.com/office/drawing/2014/main" id="{66C1BA3A-EBC5-2C89-7C9B-6A7934BA65B0}"/>
                </a:ext>
              </a:extLst>
            </p:cNvPr>
            <p:cNvSpPr txBox="1"/>
            <p:nvPr/>
          </p:nvSpPr>
          <p:spPr>
            <a:xfrm>
              <a:off x="1667870" y="2953853"/>
              <a:ext cx="747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rgbClr val="FF0000"/>
                  </a:solidFill>
                </a:rPr>
                <a:t>(1,n)</a:t>
              </a:r>
              <a:endParaRPr lang="es-ES_tradnl" dirty="0">
                <a:solidFill>
                  <a:srgbClr val="FF0000"/>
                </a:solidFill>
              </a:endParaRPr>
            </a:p>
          </p:txBody>
        </p:sp>
      </p:grp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74A42C16-9C29-AD4B-E5C4-4C8C09570576}"/>
              </a:ext>
            </a:extLst>
          </p:cNvPr>
          <p:cNvSpPr txBox="1"/>
          <p:nvPr/>
        </p:nvSpPr>
        <p:spPr>
          <a:xfrm>
            <a:off x="8904443" y="4661198"/>
            <a:ext cx="74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(1,n)</a:t>
            </a:r>
            <a:endParaRPr lang="es-ES_tradnl" dirty="0">
              <a:solidFill>
                <a:srgbClr val="FF0000"/>
              </a:solidFill>
            </a:endParaRPr>
          </a:p>
        </p:txBody>
      </p: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B12B30D7-B2DF-ECE6-7CE3-6766D9230EF6}"/>
              </a:ext>
            </a:extLst>
          </p:cNvPr>
          <p:cNvSpPr txBox="1"/>
          <p:nvPr/>
        </p:nvSpPr>
        <p:spPr>
          <a:xfrm>
            <a:off x="4050556" y="2364964"/>
            <a:ext cx="74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(</a:t>
            </a:r>
            <a:r>
              <a:rPr lang="es-ES" dirty="0" err="1">
                <a:solidFill>
                  <a:srgbClr val="FF0000"/>
                </a:solidFill>
              </a:rPr>
              <a:t>n,n</a:t>
            </a:r>
            <a:r>
              <a:rPr lang="es-ES" dirty="0">
                <a:solidFill>
                  <a:srgbClr val="FF0000"/>
                </a:solidFill>
              </a:rPr>
              <a:t>)</a:t>
            </a:r>
            <a:endParaRPr lang="es-ES_tradnl" dirty="0">
              <a:solidFill>
                <a:srgbClr val="FF0000"/>
              </a:solidFill>
            </a:endParaRPr>
          </a:p>
        </p:txBody>
      </p:sp>
      <p:grpSp>
        <p:nvGrpSpPr>
          <p:cNvPr id="162" name="Grupo 161">
            <a:extLst>
              <a:ext uri="{FF2B5EF4-FFF2-40B4-BE49-F238E27FC236}">
                <a16:creationId xmlns:a16="http://schemas.microsoft.com/office/drawing/2014/main" id="{201F9C1B-E8FE-62CA-AFA2-B6F09E1550F4}"/>
              </a:ext>
            </a:extLst>
          </p:cNvPr>
          <p:cNvGrpSpPr/>
          <p:nvPr/>
        </p:nvGrpSpPr>
        <p:grpSpPr>
          <a:xfrm>
            <a:off x="4454651" y="3016281"/>
            <a:ext cx="1871551" cy="2770909"/>
            <a:chOff x="5046697" y="3205395"/>
            <a:chExt cx="1871551" cy="2770909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0B361CDA-378C-52A8-D9C7-EC1E09E06EF3}"/>
                </a:ext>
              </a:extLst>
            </p:cNvPr>
            <p:cNvSpPr/>
            <p:nvPr/>
          </p:nvSpPr>
          <p:spPr>
            <a:xfrm>
              <a:off x="5046697" y="3594991"/>
              <a:ext cx="1871551" cy="68243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_tradnl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b="1" dirty="0">
                  <a:solidFill>
                    <a:schemeClr val="tx1"/>
                  </a:solidFill>
                </a:rPr>
                <a:t>FACTURA</a:t>
              </a:r>
              <a:endParaRPr lang="es-ES_tradnl" b="1" dirty="0">
                <a:solidFill>
                  <a:schemeClr val="tx1"/>
                </a:solidFill>
              </a:endParaRPr>
            </a:p>
          </p:txBody>
        </p: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34827ADE-6D69-5189-E39E-8FF9B0FF3E01}"/>
                </a:ext>
              </a:extLst>
            </p:cNvPr>
            <p:cNvGrpSpPr/>
            <p:nvPr/>
          </p:nvGrpSpPr>
          <p:grpSpPr>
            <a:xfrm>
              <a:off x="5191928" y="4686411"/>
              <a:ext cx="1622981" cy="867680"/>
              <a:chOff x="4751563" y="2341025"/>
              <a:chExt cx="1613611" cy="867680"/>
            </a:xfrm>
          </p:grpSpPr>
          <p:sp>
            <p:nvSpPr>
              <p:cNvPr id="22" name="Rombo 21">
                <a:extLst>
                  <a:ext uri="{FF2B5EF4-FFF2-40B4-BE49-F238E27FC236}">
                    <a16:creationId xmlns:a16="http://schemas.microsoft.com/office/drawing/2014/main" id="{38A86384-63F4-4EC0-113C-5ABF9FA67F9B}"/>
                  </a:ext>
                </a:extLst>
              </p:cNvPr>
              <p:cNvSpPr/>
              <p:nvPr/>
            </p:nvSpPr>
            <p:spPr>
              <a:xfrm>
                <a:off x="4759434" y="2341025"/>
                <a:ext cx="1605740" cy="867680"/>
              </a:xfrm>
              <a:prstGeom prst="diamond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000" dirty="0"/>
              </a:p>
            </p:txBody>
          </p:sp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23065D6D-94B7-78AF-25D8-79FB9A2C698A}"/>
                  </a:ext>
                </a:extLst>
              </p:cNvPr>
              <p:cNvSpPr txBox="1"/>
              <p:nvPr/>
            </p:nvSpPr>
            <p:spPr>
              <a:xfrm>
                <a:off x="4751563" y="2613280"/>
                <a:ext cx="1605739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500" dirty="0"/>
                  <a:t>RECIBE</a:t>
                </a:r>
                <a:endParaRPr lang="es-ES_tradnl" sz="1500" dirty="0"/>
              </a:p>
            </p:txBody>
          </p:sp>
        </p:grp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0B4FBFE2-AFF1-39C5-F6CE-8196ADBAFD1B}"/>
                </a:ext>
              </a:extLst>
            </p:cNvPr>
            <p:cNvCxnSpPr>
              <a:cxnSpLocks/>
            </p:cNvCxnSpPr>
            <p:nvPr/>
          </p:nvCxnSpPr>
          <p:spPr>
            <a:xfrm>
              <a:off x="6006536" y="3205395"/>
              <a:ext cx="1" cy="40162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63530FBA-79DB-7AEA-E0D9-61E97F3FC3B3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6000343" y="4278551"/>
              <a:ext cx="7034" cy="40786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AE82617D-0557-0724-E1CE-D8F28D855180}"/>
                </a:ext>
              </a:extLst>
            </p:cNvPr>
            <p:cNvCxnSpPr>
              <a:cxnSpLocks/>
              <a:stCxn id="22" idx="2"/>
            </p:cNvCxnSpPr>
            <p:nvPr/>
          </p:nvCxnSpPr>
          <p:spPr>
            <a:xfrm>
              <a:off x="6007377" y="5554091"/>
              <a:ext cx="0" cy="41356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7" name="CuadroTexto 106">
              <a:extLst>
                <a:ext uri="{FF2B5EF4-FFF2-40B4-BE49-F238E27FC236}">
                  <a16:creationId xmlns:a16="http://schemas.microsoft.com/office/drawing/2014/main" id="{102E8A32-5A4C-14D6-F976-73AAF6947060}"/>
                </a:ext>
              </a:extLst>
            </p:cNvPr>
            <p:cNvSpPr txBox="1"/>
            <p:nvPr/>
          </p:nvSpPr>
          <p:spPr>
            <a:xfrm>
              <a:off x="5963447" y="3245186"/>
              <a:ext cx="747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(0,n)</a:t>
              </a:r>
              <a:endParaRPr lang="es-ES_tradnl" dirty="0"/>
            </a:p>
          </p:txBody>
        </p:sp>
        <p:sp>
          <p:nvSpPr>
            <p:cNvPr id="108" name="CuadroTexto 107">
              <a:extLst>
                <a:ext uri="{FF2B5EF4-FFF2-40B4-BE49-F238E27FC236}">
                  <a16:creationId xmlns:a16="http://schemas.microsoft.com/office/drawing/2014/main" id="{E1B0D8E0-1CF7-07A0-F0C4-DFF8C1BB35B4}"/>
                </a:ext>
              </a:extLst>
            </p:cNvPr>
            <p:cNvSpPr txBox="1"/>
            <p:nvPr/>
          </p:nvSpPr>
          <p:spPr>
            <a:xfrm>
              <a:off x="6006107" y="4329934"/>
              <a:ext cx="747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(0,n)</a:t>
              </a:r>
              <a:endParaRPr lang="es-ES_tradnl" dirty="0"/>
            </a:p>
          </p:txBody>
        </p:sp>
        <p:sp>
          <p:nvSpPr>
            <p:cNvPr id="109" name="CuadroTexto 108">
              <a:extLst>
                <a:ext uri="{FF2B5EF4-FFF2-40B4-BE49-F238E27FC236}">
                  <a16:creationId xmlns:a16="http://schemas.microsoft.com/office/drawing/2014/main" id="{40128A20-E63B-BF3D-9D51-147F7592FE36}"/>
                </a:ext>
              </a:extLst>
            </p:cNvPr>
            <p:cNvSpPr txBox="1"/>
            <p:nvPr/>
          </p:nvSpPr>
          <p:spPr>
            <a:xfrm>
              <a:off x="5940791" y="5606972"/>
              <a:ext cx="7472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(1,1)</a:t>
              </a:r>
              <a:endParaRPr lang="es-ES_tradnl" dirty="0"/>
            </a:p>
          </p:txBody>
        </p:sp>
      </p:grpSp>
      <p:sp>
        <p:nvSpPr>
          <p:cNvPr id="110" name="CuadroTexto 109">
            <a:extLst>
              <a:ext uri="{FF2B5EF4-FFF2-40B4-BE49-F238E27FC236}">
                <a16:creationId xmlns:a16="http://schemas.microsoft.com/office/drawing/2014/main" id="{BD6AB572-169A-9592-CD5A-3270C1025AA8}"/>
              </a:ext>
            </a:extLst>
          </p:cNvPr>
          <p:cNvSpPr txBox="1"/>
          <p:nvPr/>
        </p:nvSpPr>
        <p:spPr>
          <a:xfrm rot="1315368">
            <a:off x="2272401" y="4661198"/>
            <a:ext cx="747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(1,n)</a:t>
            </a:r>
            <a:endParaRPr lang="es-ES_tradnl" dirty="0"/>
          </a:p>
        </p:txBody>
      </p:sp>
      <p:grpSp>
        <p:nvGrpSpPr>
          <p:cNvPr id="161" name="Grupo 160">
            <a:extLst>
              <a:ext uri="{FF2B5EF4-FFF2-40B4-BE49-F238E27FC236}">
                <a16:creationId xmlns:a16="http://schemas.microsoft.com/office/drawing/2014/main" id="{3AC5FA6D-3474-38F0-7944-95C117992D77}"/>
              </a:ext>
            </a:extLst>
          </p:cNvPr>
          <p:cNvGrpSpPr/>
          <p:nvPr/>
        </p:nvGrpSpPr>
        <p:grpSpPr>
          <a:xfrm>
            <a:off x="2061637" y="114761"/>
            <a:ext cx="1169931" cy="1230771"/>
            <a:chOff x="3033207" y="236041"/>
            <a:chExt cx="1169931" cy="1230771"/>
          </a:xfrm>
        </p:grpSpPr>
        <p:sp>
          <p:nvSpPr>
            <p:cNvPr id="112" name="Diagrama de flujo: conector 111">
              <a:extLst>
                <a:ext uri="{FF2B5EF4-FFF2-40B4-BE49-F238E27FC236}">
                  <a16:creationId xmlns:a16="http://schemas.microsoft.com/office/drawing/2014/main" id="{2D296119-A9D0-8DF8-C4AE-7DD071ED52A3}"/>
                </a:ext>
              </a:extLst>
            </p:cNvPr>
            <p:cNvSpPr/>
            <p:nvPr/>
          </p:nvSpPr>
          <p:spPr>
            <a:xfrm>
              <a:off x="3044261" y="300606"/>
              <a:ext cx="132078" cy="116375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14" name="Diagrama de flujo: conector 113">
              <a:extLst>
                <a:ext uri="{FF2B5EF4-FFF2-40B4-BE49-F238E27FC236}">
                  <a16:creationId xmlns:a16="http://schemas.microsoft.com/office/drawing/2014/main" id="{92BEC9AA-260F-E6B8-2B14-0F355DD3DF4E}"/>
                </a:ext>
              </a:extLst>
            </p:cNvPr>
            <p:cNvSpPr/>
            <p:nvPr/>
          </p:nvSpPr>
          <p:spPr>
            <a:xfrm>
              <a:off x="3044261" y="552288"/>
              <a:ext cx="132078" cy="116375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16" name="Diagrama de flujo: conector 115">
              <a:extLst>
                <a:ext uri="{FF2B5EF4-FFF2-40B4-BE49-F238E27FC236}">
                  <a16:creationId xmlns:a16="http://schemas.microsoft.com/office/drawing/2014/main" id="{DEEC2649-2DA5-2440-222D-AF927B97580B}"/>
                </a:ext>
              </a:extLst>
            </p:cNvPr>
            <p:cNvSpPr/>
            <p:nvPr/>
          </p:nvSpPr>
          <p:spPr>
            <a:xfrm>
              <a:off x="3046790" y="1095207"/>
              <a:ext cx="132078" cy="116375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27" name="Diagrama de flujo: conector 126">
              <a:extLst>
                <a:ext uri="{FF2B5EF4-FFF2-40B4-BE49-F238E27FC236}">
                  <a16:creationId xmlns:a16="http://schemas.microsoft.com/office/drawing/2014/main" id="{3F28E20B-A84C-9117-8CF8-FA4CED046775}"/>
                </a:ext>
              </a:extLst>
            </p:cNvPr>
            <p:cNvSpPr/>
            <p:nvPr/>
          </p:nvSpPr>
          <p:spPr>
            <a:xfrm>
              <a:off x="3033207" y="1350437"/>
              <a:ext cx="132078" cy="116375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28" name="Diagrama de flujo: conector 127">
              <a:extLst>
                <a:ext uri="{FF2B5EF4-FFF2-40B4-BE49-F238E27FC236}">
                  <a16:creationId xmlns:a16="http://schemas.microsoft.com/office/drawing/2014/main" id="{7A14BC7F-10D1-E244-60C6-2EC14125CA3C}"/>
                </a:ext>
              </a:extLst>
            </p:cNvPr>
            <p:cNvSpPr/>
            <p:nvPr/>
          </p:nvSpPr>
          <p:spPr>
            <a:xfrm>
              <a:off x="3036040" y="839977"/>
              <a:ext cx="132078" cy="116375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29" name="CuadroTexto 128">
              <a:extLst>
                <a:ext uri="{FF2B5EF4-FFF2-40B4-BE49-F238E27FC236}">
                  <a16:creationId xmlns:a16="http://schemas.microsoft.com/office/drawing/2014/main" id="{4824D3BA-F0F5-4670-D431-EC4E4FADA24E}"/>
                </a:ext>
              </a:extLst>
            </p:cNvPr>
            <p:cNvSpPr txBox="1"/>
            <p:nvPr/>
          </p:nvSpPr>
          <p:spPr>
            <a:xfrm>
              <a:off x="3176339" y="236041"/>
              <a:ext cx="8198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/>
                <a:t>CIF_NIF</a:t>
              </a:r>
              <a:endParaRPr lang="es-ES_tradnl" sz="1200" dirty="0"/>
            </a:p>
          </p:txBody>
        </p:sp>
        <p:sp>
          <p:nvSpPr>
            <p:cNvPr id="130" name="CuadroTexto 129">
              <a:extLst>
                <a:ext uri="{FF2B5EF4-FFF2-40B4-BE49-F238E27FC236}">
                  <a16:creationId xmlns:a16="http://schemas.microsoft.com/office/drawing/2014/main" id="{256C8E3A-ACAD-7C73-5A12-5EE5329B2B9A}"/>
                </a:ext>
              </a:extLst>
            </p:cNvPr>
            <p:cNvSpPr txBox="1"/>
            <p:nvPr/>
          </p:nvSpPr>
          <p:spPr>
            <a:xfrm>
              <a:off x="3194241" y="495757"/>
              <a:ext cx="8198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/>
                <a:t>Nombre</a:t>
              </a:r>
              <a:endParaRPr lang="es-ES_tradnl" sz="1200" dirty="0"/>
            </a:p>
          </p:txBody>
        </p:sp>
        <p:sp>
          <p:nvSpPr>
            <p:cNvPr id="131" name="CuadroTexto 130">
              <a:extLst>
                <a:ext uri="{FF2B5EF4-FFF2-40B4-BE49-F238E27FC236}">
                  <a16:creationId xmlns:a16="http://schemas.microsoft.com/office/drawing/2014/main" id="{51A14002-40F2-FCBC-5D90-9A41F2E8B603}"/>
                </a:ext>
              </a:extLst>
            </p:cNvPr>
            <p:cNvSpPr txBox="1"/>
            <p:nvPr/>
          </p:nvSpPr>
          <p:spPr>
            <a:xfrm>
              <a:off x="3168118" y="780099"/>
              <a:ext cx="8198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/>
                <a:t>Teléfono</a:t>
              </a:r>
              <a:endParaRPr lang="es-ES_tradnl" sz="1200" dirty="0"/>
            </a:p>
          </p:txBody>
        </p:sp>
        <p:sp>
          <p:nvSpPr>
            <p:cNvPr id="132" name="CuadroTexto 131">
              <a:extLst>
                <a:ext uri="{FF2B5EF4-FFF2-40B4-BE49-F238E27FC236}">
                  <a16:creationId xmlns:a16="http://schemas.microsoft.com/office/drawing/2014/main" id="{ECD00316-0324-CB89-2353-6FA7D26B8A41}"/>
                </a:ext>
              </a:extLst>
            </p:cNvPr>
            <p:cNvSpPr txBox="1"/>
            <p:nvPr/>
          </p:nvSpPr>
          <p:spPr>
            <a:xfrm>
              <a:off x="3158924" y="1013219"/>
              <a:ext cx="10442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/>
                <a:t>Página web</a:t>
              </a:r>
              <a:endParaRPr lang="es-ES_tradnl" sz="1200" dirty="0"/>
            </a:p>
          </p:txBody>
        </p:sp>
      </p:grpSp>
      <p:sp>
        <p:nvSpPr>
          <p:cNvPr id="133" name="CuadroTexto 132">
            <a:extLst>
              <a:ext uri="{FF2B5EF4-FFF2-40B4-BE49-F238E27FC236}">
                <a16:creationId xmlns:a16="http://schemas.microsoft.com/office/drawing/2014/main" id="{FCCF9C3B-5809-9190-7ECA-8DDCECFF651C}"/>
              </a:ext>
            </a:extLst>
          </p:cNvPr>
          <p:cNvSpPr txBox="1"/>
          <p:nvPr/>
        </p:nvSpPr>
        <p:spPr>
          <a:xfrm>
            <a:off x="2140387" y="1110771"/>
            <a:ext cx="2216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Dirección (Calle, </a:t>
            </a:r>
            <a:r>
              <a:rPr lang="es-ES" sz="1200" dirty="0" err="1"/>
              <a:t>Núm</a:t>
            </a:r>
            <a:r>
              <a:rPr lang="es-ES" sz="1200" dirty="0"/>
              <a:t>, Ciudad, </a:t>
            </a:r>
            <a:r>
              <a:rPr lang="es-ES" sz="1200" dirty="0" err="1"/>
              <a:t>Cód_postal</a:t>
            </a:r>
            <a:r>
              <a:rPr lang="es-ES" sz="1200" dirty="0"/>
              <a:t>)</a:t>
            </a:r>
            <a:endParaRPr lang="es-ES_tradnl" sz="1200" dirty="0"/>
          </a:p>
        </p:txBody>
      </p:sp>
      <p:grpSp>
        <p:nvGrpSpPr>
          <p:cNvPr id="141" name="Grupo 140">
            <a:extLst>
              <a:ext uri="{FF2B5EF4-FFF2-40B4-BE49-F238E27FC236}">
                <a16:creationId xmlns:a16="http://schemas.microsoft.com/office/drawing/2014/main" id="{400B0F53-27F9-C20D-7BB3-02AEE7B72759}"/>
              </a:ext>
            </a:extLst>
          </p:cNvPr>
          <p:cNvGrpSpPr/>
          <p:nvPr/>
        </p:nvGrpSpPr>
        <p:grpSpPr>
          <a:xfrm>
            <a:off x="10675708" y="218758"/>
            <a:ext cx="1198045" cy="682585"/>
            <a:chOff x="10675708" y="218758"/>
            <a:chExt cx="1198045" cy="682585"/>
          </a:xfrm>
        </p:grpSpPr>
        <p:sp>
          <p:nvSpPr>
            <p:cNvPr id="120" name="Diagrama de flujo: conector 119">
              <a:extLst>
                <a:ext uri="{FF2B5EF4-FFF2-40B4-BE49-F238E27FC236}">
                  <a16:creationId xmlns:a16="http://schemas.microsoft.com/office/drawing/2014/main" id="{00C5B333-8EF3-DC98-76BB-5EA2A989DD3E}"/>
                </a:ext>
              </a:extLst>
            </p:cNvPr>
            <p:cNvSpPr/>
            <p:nvPr/>
          </p:nvSpPr>
          <p:spPr>
            <a:xfrm>
              <a:off x="10675708" y="254658"/>
              <a:ext cx="132078" cy="116375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22" name="Diagrama de flujo: conector 121">
              <a:extLst>
                <a:ext uri="{FF2B5EF4-FFF2-40B4-BE49-F238E27FC236}">
                  <a16:creationId xmlns:a16="http://schemas.microsoft.com/office/drawing/2014/main" id="{A8569F65-98DB-55F9-AA63-E38A55BC013A}"/>
                </a:ext>
              </a:extLst>
            </p:cNvPr>
            <p:cNvSpPr/>
            <p:nvPr/>
          </p:nvSpPr>
          <p:spPr>
            <a:xfrm>
              <a:off x="10683276" y="512165"/>
              <a:ext cx="132078" cy="116375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23" name="Diagrama de flujo: conector 122">
              <a:extLst>
                <a:ext uri="{FF2B5EF4-FFF2-40B4-BE49-F238E27FC236}">
                  <a16:creationId xmlns:a16="http://schemas.microsoft.com/office/drawing/2014/main" id="{5516D423-D9D3-026F-59FD-BCD9B89F2ECD}"/>
                </a:ext>
              </a:extLst>
            </p:cNvPr>
            <p:cNvSpPr/>
            <p:nvPr/>
          </p:nvSpPr>
          <p:spPr>
            <a:xfrm>
              <a:off x="10683276" y="784968"/>
              <a:ext cx="132078" cy="116375"/>
            </a:xfrm>
            <a:prstGeom prst="flowChartConnector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34" name="CuadroTexto 133">
              <a:extLst>
                <a:ext uri="{FF2B5EF4-FFF2-40B4-BE49-F238E27FC236}">
                  <a16:creationId xmlns:a16="http://schemas.microsoft.com/office/drawing/2014/main" id="{B1272B73-823B-FDF5-2913-5F13D8E6D743}"/>
                </a:ext>
              </a:extLst>
            </p:cNvPr>
            <p:cNvSpPr txBox="1"/>
            <p:nvPr/>
          </p:nvSpPr>
          <p:spPr>
            <a:xfrm>
              <a:off x="10822944" y="218758"/>
              <a:ext cx="10508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 err="1"/>
                <a:t>ID_Categoría</a:t>
              </a:r>
              <a:endParaRPr lang="es-ES_tradnl" sz="1200" dirty="0"/>
            </a:p>
          </p:txBody>
        </p:sp>
        <p:sp>
          <p:nvSpPr>
            <p:cNvPr id="135" name="CuadroTexto 134">
              <a:extLst>
                <a:ext uri="{FF2B5EF4-FFF2-40B4-BE49-F238E27FC236}">
                  <a16:creationId xmlns:a16="http://schemas.microsoft.com/office/drawing/2014/main" id="{8BDD7F28-442E-8DC1-9CFC-9DF963AE42C3}"/>
                </a:ext>
              </a:extLst>
            </p:cNvPr>
            <p:cNvSpPr txBox="1"/>
            <p:nvPr/>
          </p:nvSpPr>
          <p:spPr>
            <a:xfrm>
              <a:off x="10815354" y="431852"/>
              <a:ext cx="10508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/>
                <a:t>Nombre</a:t>
              </a:r>
              <a:endParaRPr lang="es-ES_tradnl" sz="1200" dirty="0"/>
            </a:p>
          </p:txBody>
        </p:sp>
      </p:grpSp>
      <p:sp>
        <p:nvSpPr>
          <p:cNvPr id="136" name="CuadroTexto 135">
            <a:extLst>
              <a:ext uri="{FF2B5EF4-FFF2-40B4-BE49-F238E27FC236}">
                <a16:creationId xmlns:a16="http://schemas.microsoft.com/office/drawing/2014/main" id="{967B075C-3DDE-29DA-FE8F-8DDF2197D5E7}"/>
              </a:ext>
            </a:extLst>
          </p:cNvPr>
          <p:cNvSpPr txBox="1"/>
          <p:nvPr/>
        </p:nvSpPr>
        <p:spPr>
          <a:xfrm>
            <a:off x="10795535" y="711483"/>
            <a:ext cx="1050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Descripción</a:t>
            </a:r>
            <a:endParaRPr lang="es-ES_tradnl" sz="1200" dirty="0"/>
          </a:p>
        </p:txBody>
      </p:sp>
      <p:grpSp>
        <p:nvGrpSpPr>
          <p:cNvPr id="165" name="Grupo 164">
            <a:extLst>
              <a:ext uri="{FF2B5EF4-FFF2-40B4-BE49-F238E27FC236}">
                <a16:creationId xmlns:a16="http://schemas.microsoft.com/office/drawing/2014/main" id="{7B3AA960-D548-A22F-FD20-24B34CB914AD}"/>
              </a:ext>
            </a:extLst>
          </p:cNvPr>
          <p:cNvGrpSpPr/>
          <p:nvPr/>
        </p:nvGrpSpPr>
        <p:grpSpPr>
          <a:xfrm>
            <a:off x="6420382" y="228362"/>
            <a:ext cx="1580744" cy="929067"/>
            <a:chOff x="7040275" y="949476"/>
            <a:chExt cx="1580744" cy="929067"/>
          </a:xfrm>
        </p:grpSpPr>
        <p:sp>
          <p:nvSpPr>
            <p:cNvPr id="148" name="CuadroTexto 147">
              <a:extLst>
                <a:ext uri="{FF2B5EF4-FFF2-40B4-BE49-F238E27FC236}">
                  <a16:creationId xmlns:a16="http://schemas.microsoft.com/office/drawing/2014/main" id="{4649CACF-67A7-C85E-D33E-78C8F85DE3E6}"/>
                </a:ext>
              </a:extLst>
            </p:cNvPr>
            <p:cNvSpPr txBox="1"/>
            <p:nvPr/>
          </p:nvSpPr>
          <p:spPr>
            <a:xfrm>
              <a:off x="7170645" y="1409146"/>
              <a:ext cx="14503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 err="1"/>
                <a:t>Precio_actual</a:t>
              </a:r>
              <a:endParaRPr lang="es-ES_tradnl" sz="1200" dirty="0"/>
            </a:p>
          </p:txBody>
        </p:sp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F59E10D7-92CC-B34B-C0B4-B733525E98C6}"/>
                </a:ext>
              </a:extLst>
            </p:cNvPr>
            <p:cNvGrpSpPr/>
            <p:nvPr/>
          </p:nvGrpSpPr>
          <p:grpSpPr>
            <a:xfrm>
              <a:off x="7040275" y="949476"/>
              <a:ext cx="1555925" cy="929067"/>
              <a:chOff x="7040275" y="949476"/>
              <a:chExt cx="1555925" cy="929067"/>
            </a:xfrm>
          </p:grpSpPr>
          <p:sp>
            <p:nvSpPr>
              <p:cNvPr id="143" name="Diagrama de flujo: conector 142">
                <a:extLst>
                  <a:ext uri="{FF2B5EF4-FFF2-40B4-BE49-F238E27FC236}">
                    <a16:creationId xmlns:a16="http://schemas.microsoft.com/office/drawing/2014/main" id="{44431C74-3FDD-81FA-F0B6-A4CDAD8681E9}"/>
                  </a:ext>
                </a:extLst>
              </p:cNvPr>
              <p:cNvSpPr/>
              <p:nvPr/>
            </p:nvSpPr>
            <p:spPr>
              <a:xfrm>
                <a:off x="7040275" y="1012270"/>
                <a:ext cx="132078" cy="116375"/>
              </a:xfrm>
              <a:prstGeom prst="flowChartConnector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144" name="Diagrama de flujo: conector 143">
                <a:extLst>
                  <a:ext uri="{FF2B5EF4-FFF2-40B4-BE49-F238E27FC236}">
                    <a16:creationId xmlns:a16="http://schemas.microsoft.com/office/drawing/2014/main" id="{4B26ED1E-0DD4-DACD-F1D3-8FB1B213D11E}"/>
                  </a:ext>
                </a:extLst>
              </p:cNvPr>
              <p:cNvSpPr/>
              <p:nvPr/>
            </p:nvSpPr>
            <p:spPr>
              <a:xfrm>
                <a:off x="7047843" y="1283224"/>
                <a:ext cx="132078" cy="116375"/>
              </a:xfrm>
              <a:prstGeom prst="flowChartConnector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146" name="CuadroTexto 145">
                <a:extLst>
                  <a:ext uri="{FF2B5EF4-FFF2-40B4-BE49-F238E27FC236}">
                    <a16:creationId xmlns:a16="http://schemas.microsoft.com/office/drawing/2014/main" id="{A5972042-AE8B-FD64-5C6A-75B15680EDC3}"/>
                  </a:ext>
                </a:extLst>
              </p:cNvPr>
              <p:cNvSpPr txBox="1"/>
              <p:nvPr/>
            </p:nvSpPr>
            <p:spPr>
              <a:xfrm>
                <a:off x="7187511" y="949476"/>
                <a:ext cx="105080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dirty="0" err="1"/>
                  <a:t>ID_Producto</a:t>
                </a:r>
                <a:endParaRPr lang="es-ES_tradnl" sz="1200" dirty="0"/>
              </a:p>
            </p:txBody>
          </p:sp>
          <p:sp>
            <p:nvSpPr>
              <p:cNvPr id="147" name="CuadroTexto 146">
                <a:extLst>
                  <a:ext uri="{FF2B5EF4-FFF2-40B4-BE49-F238E27FC236}">
                    <a16:creationId xmlns:a16="http://schemas.microsoft.com/office/drawing/2014/main" id="{8FEEEB92-09B6-5D99-2778-140D08F9EDB5}"/>
                  </a:ext>
                </a:extLst>
              </p:cNvPr>
              <p:cNvSpPr txBox="1"/>
              <p:nvPr/>
            </p:nvSpPr>
            <p:spPr>
              <a:xfrm>
                <a:off x="7179921" y="1202911"/>
                <a:ext cx="105080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dirty="0"/>
                  <a:t>Nombre</a:t>
                </a:r>
                <a:endParaRPr lang="es-ES_tradnl" sz="1200" dirty="0"/>
              </a:p>
            </p:txBody>
          </p:sp>
          <p:sp>
            <p:nvSpPr>
              <p:cNvPr id="149" name="Diagrama de flujo: conector 148">
                <a:extLst>
                  <a:ext uri="{FF2B5EF4-FFF2-40B4-BE49-F238E27FC236}">
                    <a16:creationId xmlns:a16="http://schemas.microsoft.com/office/drawing/2014/main" id="{E715C976-A528-2F82-F98C-7708587D4A63}"/>
                  </a:ext>
                </a:extLst>
              </p:cNvPr>
              <p:cNvSpPr/>
              <p:nvPr/>
            </p:nvSpPr>
            <p:spPr>
              <a:xfrm>
                <a:off x="7065773" y="1475965"/>
                <a:ext cx="132078" cy="116375"/>
              </a:xfrm>
              <a:prstGeom prst="flowChartConnector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150" name="Diagrama de flujo: conector 149">
                <a:extLst>
                  <a:ext uri="{FF2B5EF4-FFF2-40B4-BE49-F238E27FC236}">
                    <a16:creationId xmlns:a16="http://schemas.microsoft.com/office/drawing/2014/main" id="{7623CFD5-9A78-860F-FCC4-0121ED17E349}"/>
                  </a:ext>
                </a:extLst>
              </p:cNvPr>
              <p:cNvSpPr/>
              <p:nvPr/>
            </p:nvSpPr>
            <p:spPr>
              <a:xfrm>
                <a:off x="7056809" y="1695600"/>
                <a:ext cx="132078" cy="116375"/>
              </a:xfrm>
              <a:prstGeom prst="flowChartConnector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151" name="CuadroTexto 150">
                <a:extLst>
                  <a:ext uri="{FF2B5EF4-FFF2-40B4-BE49-F238E27FC236}">
                    <a16:creationId xmlns:a16="http://schemas.microsoft.com/office/drawing/2014/main" id="{78AE43C4-66D7-E648-E054-DC670473952D}"/>
                  </a:ext>
                </a:extLst>
              </p:cNvPr>
              <p:cNvSpPr txBox="1"/>
              <p:nvPr/>
            </p:nvSpPr>
            <p:spPr>
              <a:xfrm>
                <a:off x="7145826" y="1601544"/>
                <a:ext cx="14503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dirty="0"/>
                  <a:t>Stock</a:t>
                </a:r>
              </a:p>
            </p:txBody>
          </p:sp>
        </p:grpSp>
      </p:grpSp>
      <p:grpSp>
        <p:nvGrpSpPr>
          <p:cNvPr id="163" name="Grupo 162">
            <a:extLst>
              <a:ext uri="{FF2B5EF4-FFF2-40B4-BE49-F238E27FC236}">
                <a16:creationId xmlns:a16="http://schemas.microsoft.com/office/drawing/2014/main" id="{34A3AFE7-8586-22BA-4A4E-AB9BEE032959}"/>
              </a:ext>
            </a:extLst>
          </p:cNvPr>
          <p:cNvGrpSpPr/>
          <p:nvPr/>
        </p:nvGrpSpPr>
        <p:grpSpPr>
          <a:xfrm>
            <a:off x="6266395" y="2252688"/>
            <a:ext cx="1198045" cy="769724"/>
            <a:chOff x="6899504" y="2401999"/>
            <a:chExt cx="1198045" cy="769724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05BBE0F2-25CD-2169-D81B-357A86606AD0}"/>
                </a:ext>
              </a:extLst>
            </p:cNvPr>
            <p:cNvGrpSpPr/>
            <p:nvPr/>
          </p:nvGrpSpPr>
          <p:grpSpPr>
            <a:xfrm>
              <a:off x="6899504" y="2401999"/>
              <a:ext cx="1198045" cy="682585"/>
              <a:chOff x="10675708" y="218758"/>
              <a:chExt cx="1198045" cy="682585"/>
            </a:xfrm>
          </p:grpSpPr>
          <p:sp>
            <p:nvSpPr>
              <p:cNvPr id="153" name="Diagrama de flujo: conector 152">
                <a:extLst>
                  <a:ext uri="{FF2B5EF4-FFF2-40B4-BE49-F238E27FC236}">
                    <a16:creationId xmlns:a16="http://schemas.microsoft.com/office/drawing/2014/main" id="{3F8EF9BB-5B9F-7C8B-27F7-5C1B488BD21B}"/>
                  </a:ext>
                </a:extLst>
              </p:cNvPr>
              <p:cNvSpPr/>
              <p:nvPr/>
            </p:nvSpPr>
            <p:spPr>
              <a:xfrm>
                <a:off x="10675708" y="254658"/>
                <a:ext cx="132078" cy="116375"/>
              </a:xfrm>
              <a:prstGeom prst="flowChartConnector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154" name="Diagrama de flujo: conector 153">
                <a:extLst>
                  <a:ext uri="{FF2B5EF4-FFF2-40B4-BE49-F238E27FC236}">
                    <a16:creationId xmlns:a16="http://schemas.microsoft.com/office/drawing/2014/main" id="{6DD7BA05-46AE-52C4-DDA2-04D7679FDDCD}"/>
                  </a:ext>
                </a:extLst>
              </p:cNvPr>
              <p:cNvSpPr/>
              <p:nvPr/>
            </p:nvSpPr>
            <p:spPr>
              <a:xfrm>
                <a:off x="10683276" y="512165"/>
                <a:ext cx="132078" cy="116375"/>
              </a:xfrm>
              <a:prstGeom prst="flowChartConnector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155" name="Diagrama de flujo: conector 154">
                <a:extLst>
                  <a:ext uri="{FF2B5EF4-FFF2-40B4-BE49-F238E27FC236}">
                    <a16:creationId xmlns:a16="http://schemas.microsoft.com/office/drawing/2014/main" id="{679F6B19-4A73-EE2C-7C70-9FD6FB4A065F}"/>
                  </a:ext>
                </a:extLst>
              </p:cNvPr>
              <p:cNvSpPr/>
              <p:nvPr/>
            </p:nvSpPr>
            <p:spPr>
              <a:xfrm>
                <a:off x="10683276" y="784968"/>
                <a:ext cx="132078" cy="116375"/>
              </a:xfrm>
              <a:prstGeom prst="flowChartConnector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156" name="CuadroTexto 155">
                <a:extLst>
                  <a:ext uri="{FF2B5EF4-FFF2-40B4-BE49-F238E27FC236}">
                    <a16:creationId xmlns:a16="http://schemas.microsoft.com/office/drawing/2014/main" id="{81D70A45-6926-6CE3-75C0-7EFFDB3AD28B}"/>
                  </a:ext>
                </a:extLst>
              </p:cNvPr>
              <p:cNvSpPr txBox="1"/>
              <p:nvPr/>
            </p:nvSpPr>
            <p:spPr>
              <a:xfrm>
                <a:off x="10822944" y="218758"/>
                <a:ext cx="105080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dirty="0" err="1"/>
                  <a:t>ID_Categoría</a:t>
                </a:r>
                <a:endParaRPr lang="es-ES_tradnl" sz="1200" dirty="0"/>
              </a:p>
            </p:txBody>
          </p:sp>
          <p:sp>
            <p:nvSpPr>
              <p:cNvPr id="157" name="CuadroTexto 156">
                <a:extLst>
                  <a:ext uri="{FF2B5EF4-FFF2-40B4-BE49-F238E27FC236}">
                    <a16:creationId xmlns:a16="http://schemas.microsoft.com/office/drawing/2014/main" id="{9FDFFC69-B419-EC92-94F8-FF2C71FE12DA}"/>
                  </a:ext>
                </a:extLst>
              </p:cNvPr>
              <p:cNvSpPr txBox="1"/>
              <p:nvPr/>
            </p:nvSpPr>
            <p:spPr>
              <a:xfrm>
                <a:off x="10815354" y="431852"/>
                <a:ext cx="105080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200" dirty="0"/>
                  <a:t>Nombre</a:t>
                </a:r>
                <a:endParaRPr lang="es-ES_tradnl" sz="1200" dirty="0"/>
              </a:p>
            </p:txBody>
          </p:sp>
        </p:grpSp>
        <p:sp>
          <p:nvSpPr>
            <p:cNvPr id="158" name="CuadroTexto 157">
              <a:extLst>
                <a:ext uri="{FF2B5EF4-FFF2-40B4-BE49-F238E27FC236}">
                  <a16:creationId xmlns:a16="http://schemas.microsoft.com/office/drawing/2014/main" id="{5223098D-D2C2-243B-4101-9469F8B7D183}"/>
                </a:ext>
              </a:extLst>
            </p:cNvPr>
            <p:cNvSpPr txBox="1"/>
            <p:nvPr/>
          </p:nvSpPr>
          <p:spPr>
            <a:xfrm>
              <a:off x="7019331" y="2894724"/>
              <a:ext cx="10508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/>
                <a:t>Descripción</a:t>
              </a:r>
              <a:endParaRPr lang="es-ES_tradnl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6254274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Panorámica</PresentationFormat>
  <Paragraphs>37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Alumne_tarda1</dc:creator>
  <cp:lastModifiedBy>Alumne_tarda1</cp:lastModifiedBy>
  <cp:revision>1</cp:revision>
  <dcterms:created xsi:type="dcterms:W3CDTF">2026-10-21T18:02:32Z</dcterms:created>
  <dcterms:modified xsi:type="dcterms:W3CDTF">2026-10-21T18:02:50Z</dcterms:modified>
</cp:coreProperties>
</file>